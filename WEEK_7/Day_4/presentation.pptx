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 net saving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UC1 — Fuel dashboard</c:v>
                  </c:pt>
                  <c:pt idx="1">
                    <c:v>UC2 — Ops alerts</c:v>
                  </c:pt>
                  <c:pt idx="2">
                    <c:v>UC3 — AI insights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33380</c:v>
                </c:pt>
                <c:pt idx="1">
                  <c:v>3100</c:v>
                </c:pt>
                <c:pt idx="2">
                  <c:v>19200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Setup cost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UC1 — Fuel dashboard</c:v>
                  </c:pt>
                  <c:pt idx="1">
                    <c:v>UC2 — Ops alerts</c:v>
                  </c:pt>
                  <c:pt idx="2">
                    <c:v>UC3 — AI insights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10000</c:v>
                </c:pt>
                <c:pt idx="1">
                  <c:v>2500</c:v>
                </c:pt>
                <c:pt idx="2">
                  <c:v>7500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9E75"/>
                </a:solidFill>
              </a:rPr>
              <a:t>SILVERTRUST AI CONSULTING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Fleet Cost Intelligence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9E75"/>
                </a:solidFill>
              </a:rPr>
              <a:t>Dashboard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32461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AI-powered fuel anomaly detection for regional haulage SMEs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Meeting preparation for Chleo — March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91440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914400"/>
            <a:ext cx="6400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50 trucks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12280" y="1481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Fleet size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19456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2194560"/>
            <a:ext cx="6400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€900k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12280" y="2761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Annual fuel spend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47472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3474720"/>
            <a:ext cx="6400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566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178%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40416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Year 1 ROI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4160520"/>
            <a:ext cx="2926080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4206240"/>
            <a:ext cx="777240" cy="548640"/>
          </a:xfrm>
          <a:prstGeom prst="rect">
            <a:avLst/>
          </a:prstGeom>
          <a:solidFill>
            <a:srgbClr val="085041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4114800"/>
            <a:ext cx="4572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9472" y="4224528"/>
            <a:ext cx="256032" cy="256032"/>
          </a:xfrm>
          <a:prstGeom prst="rect">
            <a:avLst/>
          </a:prstGeom>
          <a:solidFill>
            <a:srgbClr val="9FE1CB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4672584"/>
            <a:ext cx="274320" cy="2743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2584" y="4754880"/>
            <a:ext cx="109728" cy="109728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72584"/>
            <a:ext cx="274320" cy="2743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8776" y="4754880"/>
            <a:ext cx="109728" cy="109728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4672584"/>
            <a:ext cx="274320" cy="2743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4754880"/>
            <a:ext cx="109728" cy="109728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9560" y="4160520"/>
            <a:ext cx="0" cy="59436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977640"/>
            <a:ext cx="64008" cy="2560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3712" y="4325112"/>
            <a:ext cx="91440" cy="73152"/>
          </a:xfrm>
          <a:prstGeom prst="ellipse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4965192"/>
            <a:ext cx="4114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Pedro Biain  |  IronHack AI Bootcamp  |  Week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9E75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Chleo runs a 50-truck haulage company in Spain.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She gets one fuel bill at month-end. That's all.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201168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45920"/>
            <a:ext cx="201168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7517"/>
                </a:solidFill>
              </a:rPr>
              <a:t>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visibility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Can't see which trucks or routes are burning excess fuel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645920"/>
            <a:ext cx="201168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645920"/>
            <a:ext cx="201168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7517"/>
                </a:solidFill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Month-end surprises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Anomalies discovered too late to act 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645920"/>
            <a:ext cx="201168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645920"/>
            <a:ext cx="201168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7517"/>
                </a:solidFill>
              </a:rPr>
              <a:t>$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36592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Margin erosion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36592" y="2788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Fuel is 30-35% of costs on a 2-3% net margin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645920"/>
            <a:ext cx="201168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645920"/>
            <a:ext cx="201168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7517"/>
                </a:solidFill>
              </a:rPr>
              <a:t>x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12864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Manual chaos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12864" y="2788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Dispatch runs on calls, WhatsApp, and Excel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A1F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1D9"/>
                </a:solidFill>
              </a:rPr>
              <a:t>"AI is not transparent. I don't know what it does or how to trust it."  — Chleo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9E75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Three use cases. Phased. Transparent. Built on data you already have.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9601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27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98448" y="1527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Fuel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Tableau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52704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Real-time fuel anomaly detection per truck, driver, and route. Built on your existing TMS and fuel card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32888"/>
            <a:ext cx="64008" cy="9601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426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98448" y="2642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Ops Alerts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n8n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64261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Daily automated alerts when a truck burns 20%+ above average. Email, Google Sheets, Airtable — zero manual 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48456"/>
            <a:ext cx="64008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581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7517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98448" y="3758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Insights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8448" y="4151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</a:rPr>
              <a:t>LangSmith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75818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Weekly natural language insights from the fleet data. Every AI decision logged and auditable — full transparency.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9E75"/>
                </a:solidFill>
              </a:rPr>
              <a:t>TABLEAU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Fleet Cost Intelligence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6692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[Add dashboard screenshot here]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24688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9E75"/>
                </a:solidFill>
              </a:rPr>
              <a:t>€901k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Total fuel spend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24688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9E75"/>
                </a:solidFill>
              </a:rPr>
              <a:t>Truck 17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Top anomaly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657600"/>
            <a:ext cx="24688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9E75"/>
                </a:solidFill>
              </a:rPr>
              <a:t>3 charts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One view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34AB7"/>
                </a:solidFill>
              </a:rPr>
              <a:t>N8N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Fuel Anomaly Alert — runs every morning at 8am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[Add n8n workflow screenshot here]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Daily 8am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HTTP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1051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Read 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7355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Detect anomalies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IF node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Route alerts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Gmail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Email alert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Sheets + Airtable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6267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Log records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7517"/>
                </a:solidFill>
              </a:rPr>
              <a:t>LANGSMITH MONITORING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Proof that AI is not a black box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035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[Add LangSmith experiment screenshot here]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325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0.94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309360" y="1709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Insight quality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167128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1.00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25968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Actionability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054096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099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7517"/>
                </a:solidFill>
              </a:rPr>
              <a:t>2.3s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4838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Response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941064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9867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949E"/>
                </a:solidFill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4370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Examples tested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9E75"/>
                </a:solidFill>
              </a:rPr>
              <a:t>BUSINESS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numbers make the case for themselves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280160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0" y="1280160"/>
            <a:ext cx="64008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€20k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309360" y="1709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Total setup cost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167128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2167128"/>
            <a:ext cx="64008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€55.6k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309360" y="25968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Year 1 net saving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054096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3054096"/>
            <a:ext cx="64008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099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178%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309360" y="34838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Year 1 ROI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3941064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3941064"/>
            <a:ext cx="64008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9867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4.3 mo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309360" y="4370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Payback period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9E75"/>
                </a:solidFill>
              </a:rPr>
              <a:t>IMPLEMENTATION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24 weeks. Phased. Starting with quick wins.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Weeks 1–4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Quick wins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n8n automated alerts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Gmail + Sheets + Airtable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92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Immediate ROI visible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</a:rPr>
              <a:t>€2,500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82112" y="137160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371600"/>
            <a:ext cx="274320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</a:rPr>
              <a:t>Phase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9272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Weeks 5–12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9272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Core intelligence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19272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Tableau dashboard live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9272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AI insight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9272" y="3392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LangSmith monitoring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9272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€10,000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89904" y="137160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1371600"/>
            <a:ext cx="274320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7517"/>
                </a:solidFill>
              </a:rPr>
              <a:t>Phase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Weeks 13–24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Optimisation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27064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Advanced LangGraph 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27064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Driver performance scoring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27064" y="3392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Predictive maintenance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27064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A7517"/>
                </a:solidFill>
              </a:rPr>
              <a:t>€7,500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 IS NOT A BLACK BOX.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It's a system with inputs, outputs, and full observability.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265176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</a:rPr>
              <a:t>Transparent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Every AI decision logged in LangSmith — input, output, score, latency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651760"/>
            <a:ext cx="265176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</a:rPr>
              <a:t>Measurable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0.94 insight quality score across 10 evaluated examples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651760"/>
            <a:ext cx="265176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</a:rPr>
              <a:t>Profitable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178% ROI in year 1. Payback in 4.3 months on a 50-truck fleet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Pedro Biain  |  SilverTrust AI Consulting  |  pbiain@gmail.com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Cost Intelligence — Chleo SME</dc:title>
  <dc:subject>PptxGenJS Presentation</dc:subject>
  <dc:creator>Pedro Biain</dc:creator>
  <cp:lastModifiedBy>Pedro Biain</cp:lastModifiedBy>
  <cp:revision>1</cp:revision>
  <dcterms:created xsi:type="dcterms:W3CDTF">2026-03-22T23:00:59Z</dcterms:created>
  <dcterms:modified xsi:type="dcterms:W3CDTF">2026-03-22T23:00:59Z</dcterms:modified>
</cp:coreProperties>
</file>